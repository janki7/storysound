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418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5A623"/>
                </a:solidFill>
              </a:defRPr>
            </a:pPr>
            <a:r>
              <a:t>StorySound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0EFE9"/>
                </a:solidFill>
              </a:defRPr>
            </a:pPr>
            <a:r>
              <a:t>Your Personal Audiobook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E9B93"/>
                </a:solidFill>
              </a:defRPr>
            </a:pPr>
            <a:r>
              <a:t>Import any book. Choose a narrator. Press play and listen.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6866"/>
                </a:solidFill>
              </a:defRPr>
            </a:pPr>
            <a:r>
              <a:t>iOS  •  Android  •  Web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A623"/>
                </a:solidFill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10515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rtlCol="0" anchor="ctr"/>
          <a:lstStyle/>
          <a:p>
            <a:pPr algn="ctr">
              <a:defRPr sz="2200" b="1">
                <a:solidFill>
                  <a:srgbClr val="F0EFE9"/>
                </a:solidFill>
              </a:defRPr>
            </a:pPr>
            <a:r>
              <a:t>💰  Audiobooks are expensive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9E9B93"/>
                </a:solidFill>
              </a:defRPr>
            </a:pPr>
            <a:r>
              <a:t>Audible costs $14.95/month. Individual audiobooks cost $15–$40 each. Most people can’t afford to listen to every book they want.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51760"/>
            <a:ext cx="10515600" cy="10515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rtlCol="0" anchor="ctr"/>
          <a:lstStyle/>
          <a:p>
            <a:pPr algn="ctr">
              <a:defRPr sz="2200" b="1">
                <a:solidFill>
                  <a:srgbClr val="F0EFE9"/>
                </a:solidFill>
              </a:defRPr>
            </a:pPr>
            <a:r>
              <a:t>🚫  Audible doesn’t have every book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9E9B93"/>
                </a:solidFill>
              </a:defRPr>
            </a:pPr>
            <a:r>
              <a:t>Thousands of classics and niche titles are MISSING from Audible. Public domain masterpieces like many Gutenberg works simply aren’t available as audiobooks.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0515600" cy="10515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rtlCol="0" anchor="ctr"/>
          <a:lstStyle/>
          <a:p>
            <a:pPr algn="ctr">
              <a:defRPr sz="2200" b="1">
                <a:solidFill>
                  <a:srgbClr val="F0EFE9"/>
                </a:solidFill>
              </a:defRPr>
            </a:pPr>
            <a:r>
              <a:t>🔇  You can’t choose the narrator on Audible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9E9B93"/>
                </a:solidFill>
              </a:defRPr>
            </a:pPr>
            <a:r>
              <a:t>Audible gives you ONE pre-recorded voice per book — no control over speed feel, tone, or pitch. Don’t like the narrator? Too bad. You’re stuck.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212079"/>
            <a:ext cx="10515600" cy="10515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rtlCol="0" anchor="ctr"/>
          <a:lstStyle/>
          <a:p>
            <a:pPr algn="ctr">
              <a:defRPr sz="2200" b="1">
                <a:solidFill>
                  <a:srgbClr val="F0EFE9"/>
                </a:solidFill>
              </a:defRPr>
            </a:pPr>
            <a:r>
              <a:t>📚  You already own books with no way to listen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9E9B93"/>
                </a:solidFill>
              </a:defRPr>
            </a:pPr>
            <a:r>
              <a:t>PDFs, EPUBs, Kindle books — sitting unread. There’s no easy way to turn your existing digital library into an audiobook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A623"/>
                </a:solidFill>
              </a:defRPr>
            </a:pPr>
            <a:r>
              <a:t>The Solution: StorySound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E9B93"/>
                </a:solidFill>
              </a:defRPr>
            </a:pPr>
            <a:r>
              <a:t>Turn any book into an audiobook — for free, on any device, with the voice YOU choose.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291840" cy="164592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t"/>
          <a:lstStyle/>
          <a:p>
            <a:pPr algn="ctr">
              <a:defRPr sz="3200"/>
            </a:pPr>
            <a:r>
              <a:t>📱</a:t>
            </a:r>
          </a:p>
          <a:p>
            <a:pPr algn="l">
              <a:spcBef>
                <a:spcPts val="800"/>
              </a:spcBef>
              <a:defRPr sz="2000" b="1">
                <a:solidFill>
                  <a:srgbClr val="F0EFE9"/>
                </a:solidFill>
              </a:defRPr>
            </a:pPr>
            <a:r>
              <a:t>Cross-Platform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E9B93"/>
                </a:solidFill>
              </a:defRPr>
            </a:pPr>
            <a:r>
              <a:t>One app for iOS, Android, and Web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194560"/>
            <a:ext cx="3291840" cy="164592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t"/>
          <a:lstStyle/>
          <a:p>
            <a:pPr algn="ctr">
              <a:defRPr sz="3200"/>
            </a:pPr>
            <a:r>
              <a:t>📄</a:t>
            </a:r>
          </a:p>
          <a:p>
            <a:pPr algn="l">
              <a:spcBef>
                <a:spcPts val="800"/>
              </a:spcBef>
              <a:defRPr sz="2000" b="1">
                <a:solidFill>
                  <a:srgbClr val="F0EFE9"/>
                </a:solidFill>
              </a:defRPr>
            </a:pPr>
            <a:r>
              <a:t>Multi-Format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E9B93"/>
                </a:solidFill>
              </a:defRPr>
            </a:pPr>
            <a:r>
              <a:t>Import PDF, EPUB, and TXT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194560"/>
            <a:ext cx="3291840" cy="164592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t"/>
          <a:lstStyle/>
          <a:p>
            <a:pPr algn="ctr">
              <a:defRPr sz="3200"/>
            </a:pPr>
            <a:r>
              <a:t>🎭</a:t>
            </a:r>
          </a:p>
          <a:p>
            <a:pPr algn="l">
              <a:spcBef>
                <a:spcPts val="800"/>
              </a:spcBef>
              <a:defRPr sz="2000" b="1">
                <a:solidFill>
                  <a:srgbClr val="F0EFE9"/>
                </a:solidFill>
              </a:defRPr>
            </a:pPr>
            <a:r>
              <a:t>12 Narrator Styles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E9B93"/>
                </a:solidFill>
              </a:defRPr>
            </a:pPr>
            <a:r>
              <a:t>Pick your tone: warm, dramatic, soothing...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3291840" cy="164592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t"/>
          <a:lstStyle/>
          <a:p>
            <a:pPr algn="ctr">
              <a:defRPr sz="3200"/>
            </a:pPr>
            <a:r>
              <a:t>📖</a:t>
            </a:r>
          </a:p>
          <a:p>
            <a:pPr algn="l">
              <a:spcBef>
                <a:spcPts val="800"/>
              </a:spcBef>
              <a:defRPr sz="2000" b="1">
                <a:solidFill>
                  <a:srgbClr val="F0EFE9"/>
                </a:solidFill>
              </a:defRPr>
            </a:pPr>
            <a:r>
              <a:t>Free Classics Library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E9B93"/>
                </a:solidFill>
              </a:defRPr>
            </a:pPr>
            <a:r>
              <a:t>10 public domain masterpieces, instant play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206240"/>
            <a:ext cx="3291840" cy="164592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t"/>
          <a:lstStyle/>
          <a:p>
            <a:pPr algn="ctr">
              <a:defRPr sz="3200"/>
            </a:pPr>
            <a:r>
              <a:t>🔍</a:t>
            </a:r>
          </a:p>
          <a:p>
            <a:pPr algn="l">
              <a:spcBef>
                <a:spcPts val="800"/>
              </a:spcBef>
              <a:defRPr sz="2000" b="1">
                <a:solidFill>
                  <a:srgbClr val="F0EFE9"/>
                </a:solidFill>
              </a:defRPr>
            </a:pPr>
            <a:r>
              <a:t>Word Highlighting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E9B93"/>
                </a:solidFill>
              </a:defRPr>
            </a:pPr>
            <a:r>
              <a:t>Follow along as each word is spoken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206240"/>
            <a:ext cx="3291840" cy="164592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t"/>
          <a:lstStyle/>
          <a:p>
            <a:pPr algn="ctr">
              <a:defRPr sz="3200"/>
            </a:pPr>
            <a:r>
              <a:t>⚡</a:t>
            </a:r>
          </a:p>
          <a:p>
            <a:pPr algn="l">
              <a:spcBef>
                <a:spcPts val="800"/>
              </a:spcBef>
              <a:defRPr sz="2000" b="1">
                <a:solidFill>
                  <a:srgbClr val="F0EFE9"/>
                </a:solidFill>
              </a:defRPr>
            </a:pPr>
            <a:r>
              <a:t>Zero Cost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E9B93"/>
                </a:solidFill>
              </a:defRPr>
            </a:pPr>
            <a:r>
              <a:t>Free system voices — no subscription ever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F5350"/>
                </a:solidFill>
              </a:defRPr>
            </a:pPr>
            <a:r>
              <a:t>🚫  What Audible Can’t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E9B93"/>
                </a:solidFill>
              </a:defRPr>
            </a:pPr>
            <a:r>
              <a:t>Audible is great — but it has real limitations that StorySound solves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5394960" cy="1005840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tlCol="0" anchor="ctr"/>
          <a:lstStyle/>
          <a:p>
            <a:pPr algn="ctr">
              <a:defRPr sz="1700" b="1">
                <a:solidFill>
                  <a:srgbClr val="EF5350"/>
                </a:solidFill>
              </a:defRPr>
            </a:pPr>
            <a:r>
              <a:t>❌  No voice/tone selection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Audible pre-records ONE narrator per book. You have zero control over who reads to you, how fast it “feels”, or the tone of the voice.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5394960" cy="1005840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tlCol="0" anchor="ctr"/>
          <a:lstStyle/>
          <a:p>
            <a:pPr algn="ctr">
              <a:defRPr sz="1700" b="1">
                <a:solidFill>
                  <a:srgbClr val="EF5350"/>
                </a:solidFill>
              </a:defRPr>
            </a:pPr>
            <a:r>
              <a:t>❌  Missing classics &amp; niche books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Thousands of public domain classics aren’t on Audible. Works by Shakespeare, Sun Tzu, H.G. Wells, Bram Stoker — many simply don’t exist as Audible audiobooks.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5394960" cy="1005840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tlCol="0" anchor="ctr"/>
          <a:lstStyle/>
          <a:p>
            <a:pPr algn="ctr">
              <a:defRPr sz="1700" b="1">
                <a:solidFill>
                  <a:srgbClr val="EF5350"/>
                </a:solidFill>
              </a:defRPr>
            </a:pPr>
            <a:r>
              <a:t>❌  No pitch control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Want a deeper, more dramatic voice? A lighter, fairy-tale tone? Audible offers no pitch adjustment whatsoever.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03520"/>
            <a:ext cx="5394960" cy="1005840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tlCol="0" anchor="ctr"/>
          <a:lstStyle/>
          <a:p>
            <a:pPr algn="ctr">
              <a:defRPr sz="1700" b="1">
                <a:solidFill>
                  <a:srgbClr val="EF5350"/>
                </a:solidFill>
              </a:defRPr>
            </a:pPr>
            <a:r>
              <a:t>❌  Can’t use your own books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Have a PDF textbook or an EPUB novel? Audible won’t touch them. It only plays books purchased through its own store.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94960" cy="1005840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tlCol="0" anchor="ctr"/>
          <a:lstStyle/>
          <a:p>
            <a:pPr algn="ctr">
              <a:defRPr sz="1700" b="1">
                <a:solidFill>
                  <a:srgbClr val="4CAF50"/>
                </a:solidFill>
              </a:defRPr>
            </a:pPr>
            <a:r>
              <a:t>✅  StorySound: 12 narrator styles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Choose from Storyteller, Classic Narrator, Dramatic Reader, Bedtime Reader, and 8 more — each with tuned voice, speed, and pitch.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26080"/>
            <a:ext cx="5394960" cy="1005840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tlCol="0" anchor="ctr"/>
          <a:lstStyle/>
          <a:p>
            <a:pPr algn="ctr">
              <a:defRPr sz="1700" b="1">
                <a:solidFill>
                  <a:srgbClr val="4CAF50"/>
                </a:solidFill>
              </a:defRPr>
            </a:pPr>
            <a:r>
              <a:t>✅  StorySound: Free classics built-in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10 curated masterpieces from Project Gutenberg, ready to listen instantly. Plus import ANY book you 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394960" cy="1005840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tlCol="0" anchor="ctr"/>
          <a:lstStyle/>
          <a:p>
            <a:pPr algn="ctr">
              <a:defRPr sz="1700" b="1">
                <a:solidFill>
                  <a:srgbClr val="4CAF50"/>
                </a:solidFill>
              </a:defRPr>
            </a:pPr>
            <a:r>
              <a:t>✅  StorySound: Full pitch control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Adjust pitch from 0.5 to 2.0. Make any voice deeper, lighter, warmer, or more energetic to match the book’s mood.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303520"/>
            <a:ext cx="5394960" cy="1005840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tlCol="0" anchor="ctr"/>
          <a:lstStyle/>
          <a:p>
            <a:pPr algn="ctr">
              <a:defRPr sz="1700" b="1">
                <a:solidFill>
                  <a:srgbClr val="4CAF50"/>
                </a:solidFill>
              </a:defRPr>
            </a:pPr>
            <a:r>
              <a:t>✅  StorySound: Import any file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PDF, EPUB, TXT — drag and drop. Even Kindle books work after a quick free Calibre conversion.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A623"/>
                </a:solidFill>
              </a:defRPr>
            </a:pPr>
            <a:r>
              <a:t>📚  Import Any Book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12801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PDF Support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E9B93"/>
                </a:solidFill>
              </a:defRPr>
            </a:pPr>
            <a:r>
              <a:t>Upload any PDF and StorySound extracts text automatically using Mozilla’s pdf.js engine.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12801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EPUB Support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E9B93"/>
                </a:solidFill>
              </a:defRPr>
            </a:pPr>
            <a:r>
              <a:t>Full EPUB parsing with epub.js — perfect for digital books and converted Kindle 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5120640" cy="12801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Plain Text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E9B93"/>
                </a:solidFill>
              </a:defRPr>
            </a:pPr>
            <a:r>
              <a:t>Drag and drop .txt files for instant listening. No conversion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017520"/>
            <a:ext cx="5120640" cy="12801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Kindle Compatible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E9B93"/>
                </a:solidFill>
              </a:defRPr>
            </a:pPr>
            <a:r>
              <a:t>Convert Kindle books to EPUB using Calibre (free), then import into StorySound.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5120640" cy="12801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Smart Chunking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E9B93"/>
                </a:solidFill>
              </a:defRPr>
            </a:pPr>
            <a:r>
              <a:t>Text is automatically split into sentences with word-level mapping for precise highlighting.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572000"/>
            <a:ext cx="5120640" cy="12801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Persistent Library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E9B93"/>
                </a:solidFill>
              </a:defRPr>
            </a:pPr>
            <a:r>
              <a:t>All imported books are saved locally and persist across sessions.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A623"/>
                </a:solidFill>
              </a:defRPr>
            </a:pPr>
            <a:r>
              <a:t>🎭  Narrator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E9B93"/>
                </a:solidFill>
              </a:defRPr>
            </a:pPr>
            <a:r>
              <a:t>Unlike Audible where you’re stuck with one pre-recorded narrator,</a:t>
            </a:r>
            <a:br/>
            <a:r>
              <a:t>StorySound gives you 12 curated styles — each with tuned voice, speed, and pitch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📖  The Storyteller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Warm fireside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0.95x / 0.95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201168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🎭  Classic Narrator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Morgan Freeman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0.9x / 0.85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🎬  Dramatic Reader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Theatrical epic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0.85x / 0.75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01168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🎧  Audiobook Pro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Balanced pro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1.0x / 1.0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7472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📺  News Anchor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Crisp broadcast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1.1x / 1.05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47472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🎙️  Podcast Host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Conversational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1.05x / 1.0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47472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🧙  The Wise Elder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Slow gravitas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0.8x / 0.7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347472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🧚  Fairy Tale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Light magical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0.9x / 1.2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93776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🕵️  Mystery Narrator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Suspenseful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0.85x / 0.8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493776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🌙  Bedtime Reader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Soft soothing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0.75x / 0.9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93776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🧘  Meditation Guide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Deeply calm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0.7x / 0.85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493776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⚡  Speed Reader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Power listening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1.5x / 1.0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A623"/>
                </a:solidFill>
              </a:defRPr>
            </a:pPr>
            <a:r>
              <a:t>📚  Free Classics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E9B93"/>
                </a:solidFill>
              </a:defRPr>
            </a:pPr>
            <a:r>
              <a:t>Many of these classics are NOT available on Audible, or cost $15+ each.</a:t>
            </a:r>
            <a:br/>
            <a:r>
              <a:t>StorySound includes them for free — tap to listen instantly.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011680"/>
            <a:ext cx="205740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F0EFE9"/>
                </a:solidFill>
              </a:defRPr>
            </a:pPr>
            <a:r>
              <a:t>Pride and Prejudice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5A623"/>
                </a:solidFill>
              </a:defRPr>
            </a:pPr>
            <a:r>
              <a:t>Jane Austen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B6866"/>
                </a:solidFill>
              </a:defRPr>
            </a:pPr>
            <a:r>
              <a:t>Romance • 1813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4CAF50"/>
                </a:solidFill>
              </a:defRPr>
            </a:pPr>
            <a:r>
              <a:t>FREE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2011680"/>
            <a:ext cx="205740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F0EFE9"/>
                </a:solidFill>
              </a:defRPr>
            </a:pPr>
            <a:r>
              <a:t>Alice in Wonderland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5A623"/>
                </a:solidFill>
              </a:defRPr>
            </a:pPr>
            <a:r>
              <a:t>Lewis Carroll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B6866"/>
                </a:solidFill>
              </a:defRPr>
            </a:pPr>
            <a:r>
              <a:t>Fantasy • 1865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4CAF50"/>
                </a:solidFill>
              </a:defRPr>
            </a:pPr>
            <a:r>
              <a:t>FREE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011680"/>
            <a:ext cx="205740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F0EFE9"/>
                </a:solidFill>
              </a:defRPr>
            </a:pPr>
            <a:r>
              <a:t>Sherlock Holmes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5A623"/>
                </a:solidFill>
              </a:defRPr>
            </a:pPr>
            <a:r>
              <a:t>A.C. Doyle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B6866"/>
                </a:solidFill>
              </a:defRPr>
            </a:pPr>
            <a:r>
              <a:t>Mystery • 1892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4CAF50"/>
                </a:solidFill>
              </a:defRPr>
            </a:pPr>
            <a:r>
              <a:t>FREE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2011680"/>
            <a:ext cx="205740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F0EFE9"/>
                </a:solidFill>
              </a:defRPr>
            </a:pPr>
            <a:r>
              <a:t>Frankenstein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5A623"/>
                </a:solidFill>
              </a:defRPr>
            </a:pPr>
            <a:r>
              <a:t>Mary Shelley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B6866"/>
                </a:solidFill>
              </a:defRPr>
            </a:pPr>
            <a:r>
              <a:t>Gothic • 1818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4CAF50"/>
                </a:solidFill>
              </a:defRPr>
            </a:pPr>
            <a:r>
              <a:t>FREE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2011680"/>
            <a:ext cx="205740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F0EFE9"/>
                </a:solidFill>
              </a:defRPr>
            </a:pPr>
            <a:r>
              <a:t>The Art of War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5A623"/>
                </a:solidFill>
              </a:defRPr>
            </a:pPr>
            <a:r>
              <a:t>Sun Tzu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B6866"/>
                </a:solidFill>
              </a:defRPr>
            </a:pPr>
            <a:r>
              <a:t>Philosophy • ~500 BC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4CAF50"/>
                </a:solidFill>
              </a:defRPr>
            </a:pPr>
            <a:r>
              <a:t>FREE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206240"/>
            <a:ext cx="205740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F0EFE9"/>
                </a:solidFill>
              </a:defRPr>
            </a:pPr>
            <a:r>
              <a:t>The Great Gatsby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5A623"/>
                </a:solidFill>
              </a:defRPr>
            </a:pPr>
            <a:r>
              <a:t>F.S. Fitzgerald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B6866"/>
                </a:solidFill>
              </a:defRPr>
            </a:pPr>
            <a:r>
              <a:t>Classic • 1925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4CAF50"/>
                </a:solidFill>
              </a:defRPr>
            </a:pPr>
            <a:r>
              <a:t>FREE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4206240"/>
            <a:ext cx="205740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F0EFE9"/>
                </a:solidFill>
              </a:defRPr>
            </a:pPr>
            <a:r>
              <a:t>Dracula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5A623"/>
                </a:solidFill>
              </a:defRPr>
            </a:pPr>
            <a:r>
              <a:t>Bram Stoker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B6866"/>
                </a:solidFill>
              </a:defRPr>
            </a:pPr>
            <a:r>
              <a:t>Horror • 1897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4CAF50"/>
                </a:solidFill>
              </a:defRPr>
            </a:pPr>
            <a:r>
              <a:t>FREE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4206240"/>
            <a:ext cx="205740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F0EFE9"/>
                </a:solidFill>
              </a:defRPr>
            </a:pPr>
            <a:r>
              <a:t>Moby Dick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5A623"/>
                </a:solidFill>
              </a:defRPr>
            </a:pPr>
            <a:r>
              <a:t>H. Melville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B6866"/>
                </a:solidFill>
              </a:defRPr>
            </a:pPr>
            <a:r>
              <a:t>Adventure • 1851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4CAF50"/>
                </a:solidFill>
              </a:defRPr>
            </a:pPr>
            <a:r>
              <a:t>FREE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4206240"/>
            <a:ext cx="205740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F0EFE9"/>
                </a:solidFill>
              </a:defRPr>
            </a:pPr>
            <a:r>
              <a:t>Romeo and Juliet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5A623"/>
                </a:solidFill>
              </a:defRPr>
            </a:pPr>
            <a:r>
              <a:t>Shakespeare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B6866"/>
                </a:solidFill>
              </a:defRPr>
            </a:pPr>
            <a:r>
              <a:t>Drama • 1597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4CAF50"/>
                </a:solidFill>
              </a:defRPr>
            </a:pPr>
            <a:r>
              <a:t>FREE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4206240"/>
            <a:ext cx="205740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F0EFE9"/>
                </a:solidFill>
              </a:defRPr>
            </a:pPr>
            <a:r>
              <a:t>The Time Machine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5A623"/>
                </a:solidFill>
              </a:defRPr>
            </a:pPr>
            <a:r>
              <a:t>H.G. Wells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B6866"/>
                </a:solidFill>
              </a:defRPr>
            </a:pPr>
            <a:r>
              <a:t>Sci-Fi • 1895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4CAF50"/>
                </a:solidFill>
              </a:defRPr>
            </a:pPr>
            <a:r>
              <a:t>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866"/>
                </a:solidFill>
              </a:defRPr>
            </a:pPr>
            <a:r>
              <a:t>Powered by Project Gutenberg  •  No account required  •  Instant streaming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A623"/>
                </a:solidFill>
              </a:defRPr>
            </a:pPr>
            <a:r>
              <a:t>🏆  StorySound vs The Competition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1773936" cy="438912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1">
                <a:solidFill>
                  <a:srgbClr val="0F1014"/>
                </a:solidFill>
              </a:defRPr>
            </a:pPr>
            <a:r>
              <a:t>Feature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280160"/>
            <a:ext cx="2688336" cy="438912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1">
                <a:solidFill>
                  <a:srgbClr val="0F1014"/>
                </a:solidFill>
              </a:defRPr>
            </a:pPr>
            <a:r>
              <a:t>Audible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280160"/>
            <a:ext cx="2505456" cy="438912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1">
                <a:solidFill>
                  <a:srgbClr val="0F1014"/>
                </a:solidFill>
              </a:defRPr>
            </a:pPr>
            <a:r>
              <a:t>Apple Books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2871216" cy="438912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1">
                <a:solidFill>
                  <a:srgbClr val="0F1014"/>
                </a:solidFill>
              </a:defRPr>
            </a:pPr>
            <a:r>
              <a:t>StorySound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92224"/>
            <a:ext cx="17739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Price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792224"/>
            <a:ext cx="26883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$14.95/month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792224"/>
            <a:ext cx="250545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Per audiobook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92224"/>
            <a:ext cx="2871216" cy="438912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✔ FREE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04288"/>
            <a:ext cx="17739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Choose narrator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304288"/>
            <a:ext cx="268833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Stuck with 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304288"/>
            <a:ext cx="250545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Stuck with 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304288"/>
            <a:ext cx="2871216" cy="438912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✔ 12 narrator styles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816352"/>
            <a:ext cx="17739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Change voice tone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2816352"/>
            <a:ext cx="268833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No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2816352"/>
            <a:ext cx="250545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No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816352"/>
            <a:ext cx="2871216" cy="438912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✔ Adjustable pitch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328416"/>
            <a:ext cx="17739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Classic books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3328416"/>
            <a:ext cx="268833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Many missing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3328416"/>
            <a:ext cx="250545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Limited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328416"/>
            <a:ext cx="2871216" cy="438912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✔ 10 free classics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840480"/>
            <a:ext cx="17739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Import own books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3840480"/>
            <a:ext cx="268833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Audible store 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3840480"/>
            <a:ext cx="250545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Apple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840480"/>
            <a:ext cx="2871216" cy="438912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✔ PDF, EPUB, TXT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352544"/>
            <a:ext cx="17739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Word highlighting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352544"/>
            <a:ext cx="268833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No text 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4352544"/>
            <a:ext cx="250545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No text 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352544"/>
            <a:ext cx="2871216" cy="438912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✔ Real-time karaoke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864608"/>
            <a:ext cx="17739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Speed control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4864608"/>
            <a:ext cx="26883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✔ Yes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0" y="4864608"/>
            <a:ext cx="250545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✔ Yes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4864608"/>
            <a:ext cx="2871216" cy="438912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✔ 0.5x – 3.0x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376672"/>
            <a:ext cx="17739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Pitch control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5376672"/>
            <a:ext cx="268833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None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0" y="5376672"/>
            <a:ext cx="250545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None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5376672"/>
            <a:ext cx="2871216" cy="438912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✔ 0.5 – 2.0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5888736"/>
            <a:ext cx="17739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Cross-platform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0" y="5888736"/>
            <a:ext cx="26883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✔ Yes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0" y="5888736"/>
            <a:ext cx="250545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Apple only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5888736"/>
            <a:ext cx="2871216" cy="438912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✔ iOS, Android, Web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866"/>
                </a:solidFill>
              </a:defRPr>
            </a:pPr>
            <a:r>
              <a:t>Red cells = limitations users face today  •  Green cells = what StorySound delivers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A623"/>
                </a:solidFill>
              </a:defRPr>
            </a:pPr>
            <a:r>
              <a:t>🚣  User Journey</a:t>
            </a:r>
          </a:p>
        </p:txBody>
      </p:sp>
      <p:sp>
        <p:nvSpPr>
          <p:cNvPr id="3" name="Oval 2"/>
          <p:cNvSpPr/>
          <p:nvPr/>
        </p:nvSpPr>
        <p:spPr>
          <a:xfrm>
            <a:off x="1051560" y="182880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F1014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926080"/>
            <a:ext cx="2103120" cy="22860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2000" b="1">
                <a:solidFill>
                  <a:srgbClr val="F0EFE9"/>
                </a:solidFill>
              </a:defRPr>
            </a:pPr>
            <a:r>
              <a:t>Onboarding</a:t>
            </a:r>
          </a:p>
          <a:p>
            <a:pPr algn="ctr">
              <a:spcBef>
                <a:spcPts val="1000"/>
              </a:spcBef>
              <a:defRPr sz="1400" b="0">
                <a:solidFill>
                  <a:srgbClr val="9E9B93"/>
                </a:solidFill>
              </a:defRPr>
            </a:pPr>
            <a:r>
              <a:t>3 beautiful slides</a:t>
            </a:r>
            <a:br/>
            <a:r>
              <a:t>introducing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5A623"/>
                </a:solidFill>
              </a:defRPr>
            </a:pPr>
            <a:r>
              <a:t>→</a:t>
            </a:r>
          </a:p>
        </p:txBody>
      </p:sp>
      <p:sp>
        <p:nvSpPr>
          <p:cNvPr id="6" name="Oval 5"/>
          <p:cNvSpPr/>
          <p:nvPr/>
        </p:nvSpPr>
        <p:spPr>
          <a:xfrm>
            <a:off x="3337560" y="182880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F1014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2926080"/>
            <a:ext cx="2103120" cy="22860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2000" b="1">
                <a:solidFill>
                  <a:srgbClr val="F0EFE9"/>
                </a:solidFill>
              </a:defRPr>
            </a:pPr>
            <a:r>
              <a:t>Library</a:t>
            </a:r>
          </a:p>
          <a:p>
            <a:pPr algn="ctr">
              <a:spcBef>
                <a:spcPts val="1000"/>
              </a:spcBef>
              <a:defRPr sz="1400" b="0">
                <a:solidFill>
                  <a:srgbClr val="9E9B93"/>
                </a:solidFill>
              </a:defRPr>
            </a:pPr>
            <a:r>
              <a:t>Browse books or</a:t>
            </a:r>
            <a:br/>
            <a:r>
              <a:t>pick a free classic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5A623"/>
                </a:solidFill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5623560" y="182880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F1014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926080"/>
            <a:ext cx="2103120" cy="22860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2000" b="1">
                <a:solidFill>
                  <a:srgbClr val="F0EFE9"/>
                </a:solidFill>
              </a:defRPr>
            </a:pPr>
            <a:r>
              <a:t>Choose Narrator</a:t>
            </a:r>
          </a:p>
          <a:p>
            <a:pPr algn="ctr">
              <a:spcBef>
                <a:spcPts val="1000"/>
              </a:spcBef>
              <a:defRPr sz="1400" b="0">
                <a:solidFill>
                  <a:srgbClr val="9E9B93"/>
                </a:solidFill>
              </a:defRPr>
            </a:pPr>
            <a:r>
              <a:t>Select from 12</a:t>
            </a:r>
            <a:br/>
            <a:r>
              <a:t>narrator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5A623"/>
                </a:solidFill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7909560" y="182880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F1014"/>
                </a:solidFill>
              </a:defRPr>
            </a:pPr>
            <a: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2926080"/>
            <a:ext cx="2103120" cy="22860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2000" b="1">
                <a:solidFill>
                  <a:srgbClr val="F0EFE9"/>
                </a:solidFill>
              </a:defRPr>
            </a:pPr>
            <a:r>
              <a:t>Listen &amp; Follow</a:t>
            </a:r>
          </a:p>
          <a:p>
            <a:pPr algn="ctr">
              <a:spcBef>
                <a:spcPts val="1000"/>
              </a:spcBef>
              <a:defRPr sz="1400" b="0">
                <a:solidFill>
                  <a:srgbClr val="9E9B93"/>
                </a:solidFill>
              </a:defRPr>
            </a:pPr>
            <a:r>
              <a:t>Word highlighting</a:t>
            </a:r>
            <a:br/>
            <a:r>
              <a:t>as narrator reads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5A623"/>
                </a:solidFill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10195560" y="182880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F1014"/>
                </a:solidFill>
              </a:defRPr>
            </a:pPr>
            <a: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2926080"/>
            <a:ext cx="2103120" cy="22860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2000" b="1">
                <a:solidFill>
                  <a:srgbClr val="F0EFE9"/>
                </a:solidFill>
              </a:defRPr>
            </a:pPr>
            <a:r>
              <a:t>Customize</a:t>
            </a:r>
          </a:p>
          <a:p>
            <a:pPr algn="ctr">
              <a:spcBef>
                <a:spcPts val="1000"/>
              </a:spcBef>
              <a:defRPr sz="1400" b="0">
                <a:solidFill>
                  <a:srgbClr val="9E9B93"/>
                </a:solidFill>
              </a:defRPr>
            </a:pPr>
            <a:r>
              <a:t>Speed, pitch,</a:t>
            </a:r>
            <a:br/>
            <a:r>
              <a:t>font, theme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A623"/>
                </a:solidFill>
              </a:defRPr>
            </a:pPr>
            <a:r>
              <a:t>🗺️ 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A623"/>
                </a:solidFill>
              </a:defRPr>
            </a:pPr>
            <a:r>
              <a:t>Q2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291840" cy="32004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 algn="ctr">
              <a:spcBef>
                <a:spcPts val="1400"/>
              </a:spcBef>
              <a:defRPr sz="1600">
                <a:solidFill>
                  <a:srgbClr val="F0EFE9"/>
                </a:solidFill>
              </a:defRPr>
            </a:pPr>
            <a:r>
              <a:t>•  Bookmarks &amp; progress sync</a:t>
            </a:r>
          </a:p>
          <a:p>
            <a:pPr>
              <a:spcBef>
                <a:spcPts val="1400"/>
              </a:spcBef>
              <a:defRPr sz="1600">
                <a:solidFill>
                  <a:srgbClr val="F0EFE9"/>
                </a:solidFill>
              </a:defRPr>
            </a:pPr>
            <a:r>
              <a:t>•  Sleep timer for bedtime</a:t>
            </a:r>
          </a:p>
          <a:p>
            <a:pPr>
              <a:spcBef>
                <a:spcPts val="1400"/>
              </a:spcBef>
              <a:defRPr sz="1600">
                <a:solidFill>
                  <a:srgbClr val="F0EFE9"/>
                </a:solidFill>
              </a:defRPr>
            </a:pPr>
            <a:r>
              <a:t>•  Offline caching for free 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A623"/>
                </a:solidFill>
              </a:defRPr>
            </a:pPr>
            <a:r>
              <a:t>Q3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32004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 algn="ctr">
              <a:spcBef>
                <a:spcPts val="1400"/>
              </a:spcBef>
              <a:defRPr sz="1600">
                <a:solidFill>
                  <a:srgbClr val="F0EFE9"/>
                </a:solidFill>
              </a:defRPr>
            </a:pPr>
            <a:r>
              <a:t>•  Cloud library sync</a:t>
            </a:r>
          </a:p>
          <a:p>
            <a:pPr>
              <a:spcBef>
                <a:spcPts val="1400"/>
              </a:spcBef>
              <a:defRPr sz="1600">
                <a:solidFill>
                  <a:srgbClr val="F0EFE9"/>
                </a:solidFill>
              </a:defRPr>
            </a:pPr>
            <a:r>
              <a:t>•  AI chapter detection</a:t>
            </a:r>
          </a:p>
          <a:p>
            <a:pPr>
              <a:spcBef>
                <a:spcPts val="1400"/>
              </a:spcBef>
              <a:defRPr sz="1600">
                <a:solidFill>
                  <a:srgbClr val="F0EFE9"/>
                </a:solidFill>
              </a:defRPr>
            </a:pPr>
            <a:r>
              <a:t>•  Custom narrator voice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A623"/>
                </a:solidFill>
              </a:defRPr>
            </a:pPr>
            <a:r>
              <a:t>Q4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03120"/>
            <a:ext cx="3291840" cy="32004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 algn="ctr">
              <a:spcBef>
                <a:spcPts val="1400"/>
              </a:spcBef>
              <a:defRPr sz="1600">
                <a:solidFill>
                  <a:srgbClr val="F0EFE9"/>
                </a:solidFill>
              </a:defRPr>
            </a:pPr>
            <a:r>
              <a:t>•  Social reading — share highlights</a:t>
            </a:r>
          </a:p>
          <a:p>
            <a:pPr>
              <a:spcBef>
                <a:spcPts val="1400"/>
              </a:spcBef>
              <a:defRPr sz="1600">
                <a:solidFill>
                  <a:srgbClr val="F0EFE9"/>
                </a:solidFill>
              </a:defRPr>
            </a:pPr>
            <a:r>
              <a:t>•  Podcast mode for articles</a:t>
            </a:r>
          </a:p>
          <a:p>
            <a:pPr>
              <a:spcBef>
                <a:spcPts val="1400"/>
              </a:spcBef>
              <a:defRPr sz="1600">
                <a:solidFill>
                  <a:srgbClr val="F0EFE9"/>
                </a:solidFill>
              </a:defRPr>
            </a:pPr>
            <a:r>
              <a:t>•  Premium neural voices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5A623"/>
                </a:solidFill>
              </a:defRPr>
            </a:pPr>
            <a:r>
              <a:t>StorySound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0EFE9"/>
                </a:solidFill>
              </a:defRPr>
            </a:pPr>
            <a:r>
              <a:t>“A reader lives a thousand lives before he dies.”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6866"/>
                </a:solidFill>
              </a:defRPr>
            </a:pPr>
            <a:r>
              <a:t>— George R.R. Martin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937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E9B93"/>
                </a:solidFill>
              </a:defRPr>
            </a:pPr>
            <a:r>
              <a:t>Available on iOS  •  Android  •  Web</a:t>
            </a:r>
            <a:br/>
            <a:r>
              <a:t>Free  •  No Account Required  •  Open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1202</Words>
  <Application>Microsoft Office PowerPoint</Application>
  <PresentationFormat>Widescreen</PresentationFormat>
  <Paragraphs>224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janki chotai</cp:lastModifiedBy>
  <cp:revision>2</cp:revision>
  <dcterms:created xsi:type="dcterms:W3CDTF">2013-01-27T09:14:16Z</dcterms:created>
  <dcterms:modified xsi:type="dcterms:W3CDTF">2026-03-13T21:38:07Z</dcterms:modified>
  <cp:category/>
</cp:coreProperties>
</file>